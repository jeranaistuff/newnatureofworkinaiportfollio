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Urbanist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bold.fntdata"/><Relationship Id="rId14" Type="http://schemas.openxmlformats.org/officeDocument/2006/relationships/font" Target="fonts/Urbanist-regular.fntdata"/><Relationship Id="rId17" Type="http://schemas.openxmlformats.org/officeDocument/2006/relationships/font" Target="fonts/Urbanist-boldItalic.fntdata"/><Relationship Id="rId16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d84cfc3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ad84cfc30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d84cfc30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d84cfc306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84cfc30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ad84cfc306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84cfc30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d84cfc306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d84cfc30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d84cfc306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d84cfc30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ad84cfc306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35730" y="247068"/>
            <a:ext cx="63207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AI-Powered Artist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Promotion Assistant Poc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895725" y="3798540"/>
            <a:ext cx="44007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Final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ArtInsight AI Consulting | November 2</a:t>
            </a:r>
            <a:r>
              <a:rPr lang="en-US" sz="18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4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2025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949050" y="5189450"/>
            <a:ext cx="4072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Jeran Kilpack</a:t>
            </a:r>
            <a:endParaRPr sz="32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225" y="1260075"/>
            <a:ext cx="10937325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62025" y="1448287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62025" y="1928187"/>
            <a:ext cx="44577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.A lightweight but functional system that shows:</a:t>
            </a:r>
            <a:endParaRPr b="0" i="0" sz="150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end-to-end intelligence from monitoring 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AI analysis 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opportunity scoring 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suggested responses →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analytics.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Gameplan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750" y="2282687"/>
            <a:ext cx="46806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620750" y="1789050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Monitoring layer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02900" y="2775587"/>
            <a:ext cx="4457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Reddit via praw or API-free search endpoints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Pinterest via keyword scrapers or API-free public search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Runs periodically (every X minutes) or on-demand (for demo)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276400" y="571525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Project Architecture</a:t>
            </a:r>
            <a:endParaRPr/>
          </a:p>
        </p:txBody>
      </p:sp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2000" y="2282687"/>
            <a:ext cx="46806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511400" y="1716975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Analysis layer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013450" y="2728974"/>
            <a:ext cx="4457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Uses OpenAI API (GPT-4.1 or 4 mini)</a:t>
            </a:r>
            <a:endParaRPr b="0" i="0" sz="150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Tasks: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Classify whether post matches opportunity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Score opportunity (0–100)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Extract post needs/trends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Summarize sentiment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Generate suggested responses in brand voice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875" y="1691500"/>
            <a:ext cx="3576825" cy="31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1014875" y="1197850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Dashboard includes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1126325" y="1859201"/>
            <a:ext cx="41748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Urbanist"/>
              <a:buChar char="●"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Posts detected</a:t>
            </a:r>
            <a:endParaRPr sz="17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Urbanist"/>
              <a:buChar char="●"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Their opportunity score</a:t>
            </a:r>
            <a:endParaRPr sz="17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Urbanist"/>
              <a:buChar char="●"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AI-suggested responses</a:t>
            </a:r>
            <a:endParaRPr sz="17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Urbanist"/>
              <a:buChar char="●"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Approve / reject buttons</a:t>
            </a:r>
            <a:endParaRPr sz="17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Urbanist"/>
              <a:buChar char="●"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Logging of approved responses</a:t>
            </a:r>
            <a:endParaRPr sz="17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256700" y="295625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Artist Dashboard</a:t>
            </a:r>
            <a:endParaRPr/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6850" y="1691488"/>
            <a:ext cx="46806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4299175" y="1120750"/>
            <a:ext cx="468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Analytics &amp; KPIs. We’ll track: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072300" y="2137774"/>
            <a:ext cx="4457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Posts monitored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Opportunities detected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Conversion rate (approved / total opportunities)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CTR simulation (POC)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Sentiment trends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Response style analysis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1014875" y="5232900"/>
            <a:ext cx="5675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Visualization: matplotlib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/>
        </p:nvSpPr>
        <p:spPr>
          <a:xfrm>
            <a:off x="3425100" y="198225"/>
            <a:ext cx="534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Example POC dashboard. </a:t>
            </a:r>
            <a:endParaRPr/>
          </a:p>
        </p:txBody>
      </p:sp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813" y="859250"/>
            <a:ext cx="11082364" cy="570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/>
        </p:nvSpPr>
        <p:spPr>
          <a:xfrm>
            <a:off x="3041850" y="358850"/>
            <a:ext cx="610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Concerns for Joe Fleishman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3258150" y="1147975"/>
            <a:ext cx="5675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“It looked kind of barebones and I would like to have less technical text, more graphics and more interactivity”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874550" y="2302375"/>
            <a:ext cx="37407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Very understandable! This was just a WORKING proof of concept to show that it’s possible for us to retrieve data in the backend and display it in the frontend on a website </a:t>
            </a:r>
            <a:b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</a:br>
            <a:b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actual frontend (what you see and interact with) dashboard will look much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more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professional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will show you everything you’d want to be displayed 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intuitively.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5981275" y="4468100"/>
            <a:ext cx="37407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backend (what we work on) will also be more advanced since the poc was just using example data and would use real time api retrieval.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563025" y="566675"/>
            <a:ext cx="610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Plans for the future. 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478600" y="1498675"/>
            <a:ext cx="5675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Dynamic </a:t>
            </a: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retrieval</a:t>
            </a: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of insights of social media for art that goes beyond just reddit and pinterest.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33150" y="3742275"/>
            <a:ext cx="5675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 very pretty and intuitive website UI. (Also an app if ArtInsight AI Consulting could grow more)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5244" y="781000"/>
            <a:ext cx="4946882" cy="194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5800" y="3336350"/>
            <a:ext cx="5778351" cy="2260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/>
        </p:nvSpPr>
        <p:spPr>
          <a:xfrm>
            <a:off x="3041850" y="371850"/>
            <a:ext cx="6108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Shortcomings and lessons learned from the POC.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565375" y="1480050"/>
            <a:ext cx="111633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 used google collab instead of vscode(or other code </a:t>
            </a: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compiling</a:t>
            </a: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software), since it’s easier to work with libraries using different python versions since collab’s environment is seamless and it is a easier way to show a POC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1013500" y="2533275"/>
            <a:ext cx="6260100" cy="21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Problems: </a:t>
            </a:r>
            <a:endParaRPr sz="17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Urbanist"/>
              <a:buChar char="●"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Not having it be hosted on your own device causes </a:t>
            </a: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lot</a:t>
            </a: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of network and firewall issues for hosting the dashboard</a:t>
            </a:r>
            <a:endParaRPr sz="17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Urbanist"/>
              <a:buChar char="●"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Limited customizability and freedom with the backend</a:t>
            </a:r>
            <a:endParaRPr sz="17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3655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700"/>
              <a:buFont typeface="Urbanist"/>
              <a:buChar char="●"/>
            </a:pPr>
            <a:r>
              <a:rPr lang="en-US" sz="17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Limited front end options</a:t>
            </a:r>
            <a:endParaRPr sz="17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