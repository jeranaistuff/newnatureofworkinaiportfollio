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Raleway"/>
      <p:regular r:id="rId11"/>
      <p:bold r:id="rId12"/>
      <p:italic r:id="rId13"/>
      <p:boldItalic r:id="rId14"/>
    </p:embeddedFont>
    <p:embeddedFont>
      <p:font typeface="La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aleway-regular.fntdata"/><Relationship Id="rId10" Type="http://schemas.openxmlformats.org/officeDocument/2006/relationships/slide" Target="slides/slide5.xml"/><Relationship Id="rId13" Type="http://schemas.openxmlformats.org/officeDocument/2006/relationships/font" Target="fonts/Raleway-italic.fntdata"/><Relationship Id="rId12" Type="http://schemas.openxmlformats.org/officeDocument/2006/relationships/font" Target="fonts/Raleway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ato-regular.fntdata"/><Relationship Id="rId14" Type="http://schemas.openxmlformats.org/officeDocument/2006/relationships/font" Target="fonts/Raleway-boldItalic.fntdata"/><Relationship Id="rId17" Type="http://schemas.openxmlformats.org/officeDocument/2006/relationships/font" Target="fonts/Lato-italic.fntdata"/><Relationship Id="rId16" Type="http://schemas.openxmlformats.org/officeDocument/2006/relationships/font" Target="fonts/La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La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622f4d46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622f4d46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a622f4d46e_0_5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a622f4d46e_0_5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622f4d46e_0_5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a622f4d46e_0_5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622f4d46e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a622f4d46e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ITAI 4373 presentation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Jeran Kilpack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just a basic presentation to show off what I worked on for this course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A02 and Lo2</a:t>
            </a:r>
            <a:endParaRPr/>
          </a:p>
        </p:txBody>
      </p:sp>
      <p:sp>
        <p:nvSpPr>
          <p:cNvPr id="98" name="Google Shape;98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These were </a:t>
            </a:r>
            <a:r>
              <a:rPr lang="en"/>
              <a:t>theoretical</a:t>
            </a:r>
            <a:r>
              <a:rPr lang="en"/>
              <a:t> business use cases of </a:t>
            </a:r>
            <a:r>
              <a:rPr lang="en"/>
              <a:t>integrating</a:t>
            </a:r>
            <a:r>
              <a:rPr lang="en"/>
              <a:t> AI in a real world environment and what </a:t>
            </a:r>
            <a:r>
              <a:rPr lang="en"/>
              <a:t>businesses</a:t>
            </a:r>
            <a:r>
              <a:rPr lang="en"/>
              <a:t> need to worry and think about.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Midterm and Final</a:t>
            </a:r>
            <a:endParaRPr/>
          </a:p>
        </p:txBody>
      </p:sp>
      <p:sp>
        <p:nvSpPr>
          <p:cNvPr id="104" name="Google Shape;104;p16"/>
          <p:cNvSpPr txBox="1"/>
          <p:nvPr>
            <p:ph idx="1" type="body"/>
          </p:nvPr>
        </p:nvSpPr>
        <p:spPr>
          <a:xfrm>
            <a:off x="656400" y="1962000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The main bulk of the course was working on a platform for a client to help him use AI for his art business. </a:t>
            </a:r>
            <a:endParaRPr/>
          </a:p>
        </p:txBody>
      </p:sp>
      <p:pic>
        <p:nvPicPr>
          <p:cNvPr id="105" name="Google Shape;10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5537" y="2323225"/>
            <a:ext cx="5410425" cy="182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dashboard. </a:t>
            </a:r>
            <a:endParaRPr/>
          </a:p>
        </p:txBody>
      </p:sp>
      <p:sp>
        <p:nvSpPr>
          <p:cNvPr id="111" name="Google Shape;111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Deploying a proof of concept was very tricky. I needed to decide my platforms for the front end and back end. In the end I got a working dashboard (that was very plain) and with a real actual big team in the field I could see the value of how this could help clients with businesses to </a:t>
            </a:r>
            <a:r>
              <a:rPr lang="en"/>
              <a:t>integrate</a:t>
            </a:r>
            <a:r>
              <a:rPr lang="en"/>
              <a:t> AI into their workflow.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